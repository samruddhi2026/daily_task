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0264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Urban-Edge Stylist: AI-Powered Fashion Recommendation System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45203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Submission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383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Samruddhi Magdum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7564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Recommending outfits based on style vibes using RAG &amp; semantic search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55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383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166938"/>
            <a:ext cx="656975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AI system that suggests fashion outfits based on user-described style vibes (e.g., minimalist, edgy).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83452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Project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263146"/>
            <a:ext cx="656975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semantic search, AI routing, and metadata for intelligent recommendations.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3222" y="1593175"/>
            <a:ext cx="6291501" cy="2323028"/>
          </a:xfrm>
          <a:prstGeom prst="roundRect">
            <a:avLst>
              <a:gd name="adj" fmla="val 5624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7864673" y="17383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Technologies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864673" y="2166938"/>
            <a:ext cx="5928598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 Transformers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metadata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3790" y="413385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Modules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634984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4920496"/>
            <a:ext cx="315182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0569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Day11_Task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427464"/>
            <a:ext cx="315182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engineering: vector store, retriever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90749" y="4634984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90749" y="4920496"/>
            <a:ext cx="315182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4090749" y="50569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Day12_Task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090749" y="5427464"/>
            <a:ext cx="315182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logic: router, prompts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87709" y="4634984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87709" y="4920496"/>
            <a:ext cx="315182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387709" y="50569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Day13_Task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387709" y="5427464"/>
            <a:ext cx="315182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Red-teaming &amp; 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84669" y="4634984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84669" y="4920496"/>
            <a:ext cx="315194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10684669" y="50569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Day14_Task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684669" y="5427464"/>
            <a:ext cx="31519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optimization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3790" y="623113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3790" y="6516648"/>
            <a:ext cx="1304282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665309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Day15_Task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93790" y="7023616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app frontend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52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2154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fashion recommendations are keyword-based and lack context for style vibes.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54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semantic embeddings and FAISS for vibe-aware suggestions, with intent routing for dynamic responses.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21540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personalized, context-aware fashion advice using AI.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846" y="555069"/>
            <a:ext cx="3120509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3509" y="1080254"/>
            <a:ext cx="8003381" cy="488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06239" y="2034665"/>
            <a:ext cx="1823990" cy="242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Input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7193" y="2763829"/>
            <a:ext cx="431937" cy="431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83828" y="4198940"/>
            <a:ext cx="1823990" cy="242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Layer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800" y="3027175"/>
            <a:ext cx="431937" cy="4319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38128" y="2267506"/>
            <a:ext cx="1883246" cy="242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Intent Router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8262" y="3290522"/>
            <a:ext cx="431937" cy="43193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02489" y="4764643"/>
            <a:ext cx="1823990" cy="485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 → FAISS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93589" y="3553869"/>
            <a:ext cx="431936" cy="43193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221444" y="2775977"/>
            <a:ext cx="1823990" cy="242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Metadata Enrich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6787" y="3836653"/>
            <a:ext cx="431936" cy="43193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69846" y="6038850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The architecture outlines the sequential processing of user queries to deliver personalized fashion recommendations.     </a:t>
            </a:r>
            <a:endParaRPr lang="en-US" sz="950" dirty="0"/>
          </a:p>
        </p:txBody>
      </p:sp>
      <p:sp>
        <p:nvSpPr>
          <p:cNvPr id="15" name="Shape 7"/>
          <p:cNvSpPr/>
          <p:nvPr/>
        </p:nvSpPr>
        <p:spPr>
          <a:xfrm>
            <a:off x="669846" y="6269593"/>
            <a:ext cx="4384715" cy="668298"/>
          </a:xfrm>
          <a:prstGeom prst="roundRect">
            <a:avLst>
              <a:gd name="adj" fmla="val 781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809387" y="6409134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Check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809387" y="6644283"/>
            <a:ext cx="4105632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invalid queries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5122783" y="6269593"/>
            <a:ext cx="4384715" cy="668298"/>
          </a:xfrm>
          <a:prstGeom prst="roundRect">
            <a:avLst>
              <a:gd name="adj" fmla="val 781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262324" y="6409134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Intent Router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262324" y="6644283"/>
            <a:ext cx="4105632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query type (recommendation, trend, general)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9575721" y="6269593"/>
            <a:ext cx="4384715" cy="668298"/>
          </a:xfrm>
          <a:prstGeom prst="roundRect">
            <a:avLst>
              <a:gd name="adj" fmla="val 781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9715262" y="6409134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FAISS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9715262" y="6644283"/>
            <a:ext cx="4105632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vector similarity search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669846" y="7006114"/>
            <a:ext cx="6611183" cy="668298"/>
          </a:xfrm>
          <a:prstGeom prst="roundRect">
            <a:avLst>
              <a:gd name="adj" fmla="val 781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09387" y="7145655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09387" y="7380803"/>
            <a:ext cx="6332101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for style, category, color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7349252" y="7006114"/>
            <a:ext cx="6611183" cy="668298"/>
          </a:xfrm>
          <a:prstGeom prst="roundRect">
            <a:avLst>
              <a:gd name="adj" fmla="val 781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488793" y="7145655"/>
            <a:ext cx="15549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488793" y="7380803"/>
            <a:ext cx="6332101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from sentence-transformers model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344" y="516493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 Sequence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44" y="1414582"/>
            <a:ext cx="10485120" cy="5852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44" y="1414582"/>
            <a:ext cx="10485120" cy="5852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344" y="7441644"/>
            <a:ext cx="1331571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Key: Semantic search ensures vibe-matching, not exact keywords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930" y="458033"/>
            <a:ext cx="4916686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/ Pseudocode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2930" y="1027390"/>
            <a:ext cx="5404723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Recommendation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2930" y="1492567"/>
            <a:ext cx="3207068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FAISS Search Pseudocode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82930" y="1988344"/>
            <a:ext cx="13464540" cy="5417344"/>
          </a:xfrm>
          <a:prstGeom prst="roundRect">
            <a:avLst>
              <a:gd name="adj" fmla="val 1291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74715" y="1988344"/>
            <a:ext cx="13480971" cy="5417344"/>
          </a:xfrm>
          <a:prstGeom prst="roundRect">
            <a:avLst>
              <a:gd name="adj" fmla="val 461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782836" y="2154912"/>
            <a:ext cx="13064728" cy="508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RecommendOutfits(user_query_string):
  // 1. Convert user query to embedding
  query_embedding = sentence_transformers.encode(user_query_string)
  // 2. Search FAISS index for top K similar vectors
  similar_vector_indices, distances = FAISS_index.search(query_embedding, K=5)
  // 3. Retrieve metadata for matched items
  matched_items_metadata = []
  FOR each index IN similar_vector_indices:
    item_metadata = retrieve_metadata_from_database(index)
    matched_items_metadata.ADD(item_metadata)
  // 4. Enrich results with style, category, color tags
  enriched_results = []
  FOR each item IN matched_items_metadata:
    enriched_item = enrich_with_tags(item, "style", "category", "color")
    enriched_results.ADD(enriched_item)
  // 5. Format and return results
  RETURN format_recommendations(enriched_results)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2930" y="7543205"/>
            <a:ext cx="13464540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embedding, search, and enrichment for accurate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120"/>
            <a:ext cx="843236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Documentation: Tech Stack &amp; Setup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02237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an overview of the technical components and how to set up the Urban-Edge Stylist project.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233255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93790" y="2840474"/>
            <a:ext cx="13042821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language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Vector database for similarity search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 Transformers (all-MiniLM-L6-v2):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embeddings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&amp; JSON: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handling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4399121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Installation Steps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93790" y="5006340"/>
            <a:ext cx="13042821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repo: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dependencies: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faiss-cpu sentence-transformers numpy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vector store: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Day11_Task/vector_store.py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system: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Day12_Task.main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790" y="6564987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Structure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93790" y="7172206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structured, technical layout with clear sections for easy navigation and understanding.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038"/>
            <a:ext cx="694455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Documentation: Features &amp; Demo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6161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1971794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548" y="2035552"/>
            <a:ext cx="255151" cy="255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3973" y="2030254"/>
            <a:ext cx="323778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search (not keyword)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93790" y="2609612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548" y="2673370"/>
            <a:ext cx="255151" cy="2551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3973" y="2668072"/>
            <a:ext cx="225659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Agentic intent routing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93790" y="3247430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548" y="3311188"/>
            <a:ext cx="255151" cy="2551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03973" y="330588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Metadata tagging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93790" y="3885247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548" y="3949005"/>
            <a:ext cx="255151" cy="2551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03973" y="394370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layer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793790" y="4523065"/>
            <a:ext cx="382667" cy="3826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548" y="4586823"/>
            <a:ext cx="255151" cy="25515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03973" y="4581525"/>
            <a:ext cx="218991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Multi-prompt system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793790" y="509706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Query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793790" y="5607248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"minimalist outfit"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93790" y="603670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Output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793790" y="6546890"/>
            <a:ext cx="13042821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Black T-Shirt → Style: minimalist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Oversized Hoodie → Style: minimalist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Minimalist Beige Hoodie → Style: minimalist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95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Evaluation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71982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927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Red-Teaming (Day13_Task)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57402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against adversarial inputs (e.g., invalid queries, edge cases)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71982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927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(Day14_Task)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574024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speed and cost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71982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71982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9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21969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handles diverse queries robustly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7221"/>
            <a:ext cx="6526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Learnings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029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455081"/>
            <a:ext cx="397811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FAISS with metadata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embeddings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029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5332928" y="4455081"/>
            <a:ext cx="3978116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 of semantic search over keywords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of intent routing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02975"/>
            <a:ext cx="354068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Improvements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9872067" y="4455081"/>
            <a:ext cx="397811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user feedback loop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20657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4675"/>
            <a:ext cx="6407944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371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86238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Urban-Edge Stylist delivers AI-driven fashion recommendations via RAG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114675"/>
            <a:ext cx="6408063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371969"/>
            <a:ext cx="32006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Satisfies Requirements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86238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workflow sequence, pseudocode, and full documentation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402449" y="5185648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 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2026-04-14T05:11:40Z</dcterms:created>
  <dcterms:modified xsi:type="dcterms:W3CDTF">2026-04-14T05:11:40Z</dcterms:modified>
</cp:coreProperties>
</file>